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· 5TO AÑO · CLASE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identidad visual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proyecto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Tipografía, colores y variables CSS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colectivo de la especialidad · repositorio compartido en GitHub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66960" y="6409944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69880" y="6309360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1240" y="6364224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0" y="6263640"/>
            <a:ext cx="91440" cy="914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0" name="Shape 8"/>
          <p:cNvSpPr/>
          <p:nvPr/>
        </p:nvSpPr>
        <p:spPr>
          <a:xfrm>
            <a:off x="10927080" y="6382512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REPASO RELÁMPAGO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vimos la clase pasada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46120" cy="2651760"/>
          </a:xfrm>
          <a:prstGeom prst="roundRect">
            <a:avLst>
              <a:gd name="adj" fmla="val 2069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457200" cy="45720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model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padding, border y margin — cada elemento es una caja.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06240" y="2011680"/>
            <a:ext cx="3246120" cy="2651760"/>
          </a:xfrm>
          <a:prstGeom prst="roundRect">
            <a:avLst>
              <a:gd name="adj" fmla="val 2069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2286000"/>
            <a:ext cx="457200" cy="45720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box-sizing: border-box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480560" y="34290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width que escribís pasa a ser el ancho total.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0" y="2011680"/>
            <a:ext cx="3246120" cy="2651760"/>
          </a:xfrm>
          <a:prstGeom prst="roundRect">
            <a:avLst>
              <a:gd name="adj" fmla="val 2069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2286000"/>
            <a:ext cx="457200" cy="45720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Margen colapsado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046720" y="34290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márgenes verticales que se tocan no se suman: gana el mayor.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dejamos las cajas un rato y pasamos a cómo se ve todo eso por dentro.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TEMA DE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tipografía es la ropa de tu página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primero que se nota, antes de leer una sola palabra del contenido.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424160" cy="658368"/>
          </a:xfrm>
          <a:prstGeom prst="roundRect">
            <a:avLst>
              <a:gd name="adj" fmla="val 5556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228600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tipo de letra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424160" cy="658368"/>
          </a:xfrm>
          <a:prstGeom prst="roundRect">
            <a:avLst>
              <a:gd name="adj" fmla="val 5556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632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306324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grande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10424160" cy="658368"/>
          </a:xfrm>
          <a:prstGeom prst="roundRect">
            <a:avLst>
              <a:gd name="adj" fmla="val 5556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404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384048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grueso (normal, bold, 100–900)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424160" cy="658368"/>
          </a:xfrm>
          <a:prstGeom prst="roundRect">
            <a:avLst>
              <a:gd name="adj" fmla="val 5556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6177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461772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entre líneas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394960"/>
            <a:ext cx="10424160" cy="658368"/>
          </a:xfrm>
          <a:prstGeom prst="roundRect">
            <a:avLst>
              <a:gd name="adj" fmla="val 5556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3949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539496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del texto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TRES FORMAS, UN SOLO COLOR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Nombre, HEX y RGB pueden ser exactamente lo mismo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2697480" cy="822960"/>
          </a:xfrm>
          <a:prstGeom prst="roundRect">
            <a:avLst>
              <a:gd name="adj" fmla="val 5556"/>
            </a:avLst>
          </a:prstGeom>
          <a:solidFill>
            <a:srgbClr val="534AB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46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611880"/>
            <a:ext cx="2697480" cy="548640"/>
          </a:xfrm>
          <a:prstGeom prst="roundRect">
            <a:avLst>
              <a:gd name="adj" fmla="val 6667"/>
            </a:avLst>
          </a:prstGeom>
          <a:solidFill>
            <a:srgbClr val="1B243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6118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purple;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nombres predefinidos en inglés. Muy limitado.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201168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286000"/>
            <a:ext cx="2697480" cy="822960"/>
          </a:xfrm>
          <a:prstGeom prst="roundRect">
            <a:avLst>
              <a:gd name="adj" fmla="val 5556"/>
            </a:avLst>
          </a:prstGeom>
          <a:solidFill>
            <a:srgbClr val="534AB7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3246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3611880"/>
            <a:ext cx="2697480" cy="548640"/>
          </a:xfrm>
          <a:prstGeom prst="roundRect">
            <a:avLst>
              <a:gd name="adj" fmla="val 6667"/>
            </a:avLst>
          </a:prstGeom>
          <a:solidFill>
            <a:srgbClr val="1B2430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36118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#534AB7;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0" y="42976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dígitos hexadecimales. El más usado en la industria.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01168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286000"/>
            <a:ext cx="2697480" cy="822960"/>
          </a:xfrm>
          <a:prstGeom prst="roundRect">
            <a:avLst>
              <a:gd name="adj" fmla="val 5556"/>
            </a:avLst>
          </a:prstGeom>
          <a:solidFill>
            <a:srgbClr val="534AB7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3246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611880"/>
            <a:ext cx="2697480" cy="548640"/>
          </a:xfrm>
          <a:prstGeom prst="roundRect">
            <a:avLst>
              <a:gd name="adj" fmla="val 6667"/>
            </a:avLst>
          </a:prstGeom>
          <a:solidFill>
            <a:srgbClr val="1B2430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0" y="36118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rgb(83,74,183);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0" y="42976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Rojo, verde y azul, de 0 a 255 cada uno.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HERRAMIENTA DE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Fonts: tipografías profesionales gratis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olvidan Arial y Times New Roman: importan una fuente directo a su HTML.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424160" cy="3566160"/>
          </a:xfrm>
          <a:prstGeom prst="roundRect">
            <a:avLst>
              <a:gd name="adj" fmla="val 1538"/>
            </a:avLst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En el &lt;head&gt; del HTML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href="https://fonts.googleapis.com/css2?family=Inter:wght@400;700&amp;display=swap" rel="stylesheet"&gt;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En estilos.css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9875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
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'Inter', sans-serif;
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IDEA CENTRAL DE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CSS: definilo una vez, usalo en todos lados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242F3D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4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variables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color: #534AB7; }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{ color: #534AB7; }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{ color: #534AB7; }
</a:t>
            </a:r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B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...(y 12 lugares más)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A64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Cambiar el color = editar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A64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uno a mano.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2011680"/>
            <a:ext cx="5577840" cy="3931920"/>
          </a:xfrm>
          <a:prstGeom prst="roundRect">
            <a:avLst>
              <a:gd name="adj" fmla="val 1395"/>
            </a:avLst>
          </a:prstGeom>
          <a:solidFill>
            <a:srgbClr val="242F3D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variables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260604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B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--color-primario: #534AB7;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B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color: var(--color-primario); }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{ color: var(--color-primario); }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{ color: var(--color-primario); }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Cambiar el color = editar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sola línea.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ACTIVIDAD DE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niveles: de la tipografía a un sistema de diseño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664208" cy="3566160"/>
          </a:xfrm>
          <a:prstGeom prst="roundRect">
            <a:avLst>
              <a:gd name="adj" fmla="val 3297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67128"/>
            <a:ext cx="420624" cy="420624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271576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Tipografía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3291840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dos fuentes sobre el mismo texto.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41448" y="1965960"/>
            <a:ext cx="1664208" cy="3566160"/>
          </a:xfrm>
          <a:prstGeom prst="roundRect">
            <a:avLst>
              <a:gd name="adj" fmla="val 3297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7752" y="2167128"/>
            <a:ext cx="420624" cy="420624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1" name="Text 9"/>
          <p:cNvSpPr/>
          <p:nvPr/>
        </p:nvSpPr>
        <p:spPr>
          <a:xfrm>
            <a:off x="2587752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9464" y="271576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Formatos de color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9464" y="3291840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color en nombre, HEX y RGB.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42816" y="1965960"/>
            <a:ext cx="1664208" cy="3566160"/>
          </a:xfrm>
          <a:prstGeom prst="roundRect">
            <a:avLst>
              <a:gd name="adj" fmla="val 3297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2167128"/>
            <a:ext cx="420624" cy="420624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70832" y="271576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70832" y="3291840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una fuente real y aplicarla.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44184" y="1965960"/>
            <a:ext cx="1664208" cy="3566160"/>
          </a:xfrm>
          <a:prstGeom prst="roundRect">
            <a:avLst>
              <a:gd name="adj" fmla="val 3297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0488" y="2167128"/>
            <a:ext cx="420624" cy="420624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88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271576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en :root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72200" y="3291840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la paleta como variables.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45552" y="1965960"/>
            <a:ext cx="1664208" cy="3566160"/>
          </a:xfrm>
          <a:prstGeom prst="roundRect">
            <a:avLst>
              <a:gd name="adj" fmla="val 3297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91856" y="2167128"/>
            <a:ext cx="420624" cy="420624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26" name="Text 24"/>
          <p:cNvSpPr/>
          <p:nvPr/>
        </p:nvSpPr>
        <p:spPr>
          <a:xfrm>
            <a:off x="7991856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73568" y="271576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Propagación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973568" y="3291840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una variable y verla en 3 lugares a la vez.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46920" y="1965960"/>
            <a:ext cx="1664208" cy="3566160"/>
          </a:xfrm>
          <a:prstGeom prst="roundRect">
            <a:avLst>
              <a:gd name="adj" fmla="val 3297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93224" y="2167128"/>
            <a:ext cx="420624" cy="420624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31" name="Text 29"/>
          <p:cNvSpPr/>
          <p:nvPr/>
        </p:nvSpPr>
        <p:spPr>
          <a:xfrm>
            <a:off x="9793224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74936" y="271576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774936" y="3291840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una tarjeta usando solo variables.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 ES DISTINTO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 identidad la decidimos entre todos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paleta y la tipografía son compartidas por todo el proyecto — no cada equipo la suya, como pasó con las secciones de la clase pasada.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916936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816352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871216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2770632"/>
            <a:ext cx="91440" cy="914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9" name="Shape 7"/>
          <p:cNvSpPr/>
          <p:nvPr/>
        </p:nvSpPr>
        <p:spPr>
          <a:xfrm>
            <a:off x="1737360" y="2889504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26060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decide en grupo, antes de tocar código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03120" y="30175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Votamos o consensuamos una sola paleta y una sola fuente para todo el proyecto.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105656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4005072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059936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234440" y="3959352"/>
            <a:ext cx="91440" cy="914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6" name="Shape 14"/>
          <p:cNvSpPr/>
          <p:nvPr/>
        </p:nvSpPr>
        <p:spPr>
          <a:xfrm>
            <a:off x="1737360" y="4078224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37947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archivo de variables compartido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3120" y="42062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van a editar el mismo archivo — es la primera vez que eso pasa.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5294376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5193792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248656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234440" y="5148072"/>
            <a:ext cx="91440" cy="914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23" name="Shape 21"/>
          <p:cNvSpPr/>
          <p:nvPr/>
        </p:nvSpPr>
        <p:spPr>
          <a:xfrm>
            <a:off x="1737360" y="5266944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24" name="Text 22"/>
          <p:cNvSpPr/>
          <p:nvPr/>
        </p:nvSpPr>
        <p:spPr>
          <a:xfrm>
            <a:off x="2103120" y="49834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conflicto de merge real, y no pasa nada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03120" y="53949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equipos tocan la misma línea, Git avisa. Se resuelve mirando juntos qué versión queda.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A64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NO TROPEZAR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 de hoy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424160" cy="1143000"/>
          </a:xfrm>
          <a:prstGeom prst="roundRect">
            <a:avLst>
              <a:gd name="adj" fmla="val 4000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59152"/>
            <a:ext cx="457200" cy="457200"/>
          </a:xfrm>
          <a:prstGeom prst="ellipse">
            <a:avLst/>
          </a:prstGeom>
          <a:solidFill>
            <a:srgbClr val="A6473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26771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Olvidar los dos guiones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267004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se escriben --nombre, no -nombre ni $nombre (eso es de otros lenguajes).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10424160" cy="1143000"/>
          </a:xfrm>
          <a:prstGeom prst="roundRect">
            <a:avLst>
              <a:gd name="adj" fmla="val 4000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30752"/>
            <a:ext cx="457200" cy="457200"/>
          </a:xfrm>
          <a:prstGeom prst="ellipse">
            <a:avLst/>
          </a:prstGeom>
          <a:solidFill>
            <a:srgbClr val="A6473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63931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Usar var() sin haber declarado la variable en :root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existe, el navegador la ignora en silencio — no tira error visible.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10424160" cy="1143000"/>
          </a:xfrm>
          <a:prstGeom prst="roundRect">
            <a:avLst>
              <a:gd name="adj" fmla="val 4000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102352"/>
            <a:ext cx="457200" cy="457200"/>
          </a:xfrm>
          <a:prstGeom prst="ellipse">
            <a:avLst/>
          </a:prstGeom>
          <a:solidFill>
            <a:srgbClr val="A6473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1091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Importar la fuente y olvidarse de aplicarla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54480" y="541324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&lt;link&gt; de Google Fonts no alcanza: falta el font-family en el CSS.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 LA PRÓXIMA CLASE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identidad, compartida por todos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9326880" cy="914400"/>
          </a:xfrm>
          <a:prstGeom prst="roundRect">
            <a:avLst>
              <a:gd name="adj" fmla="val 5000"/>
            </a:avLst>
          </a:prstGeom>
          <a:solidFill>
            <a:srgbClr val="242F3D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style: identidad visual del proyecto (tipografía + paleta de variables)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commit se mergea a main antes de la próxima clase — a partir de acá, todos los equipos usan las mismas variables.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próxima clase arrancamos con Flexbox — y la navbar de cada sección va a usar los colores y la fuente que definan hoy.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92640" y="6318504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95560" y="6217920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46920" y="6272784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149840" y="6172200"/>
            <a:ext cx="91440" cy="914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52760" y="6291072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2026-07-27T16:40:16Z</dcterms:created>
  <dcterms:modified xsi:type="dcterms:W3CDTF">2026-07-27T16:40:16Z</dcterms:modified>
</cp:coreProperties>
</file>