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· 5TO AÑO · CLASE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el navegador decide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estilo gana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Selectores, cascada y especificidad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colectivo de la especialidad · repositorio compartido en GitHub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66960" y="6409944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69880" y="6309360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636422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6263640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0" name="Shape 8"/>
          <p:cNvSpPr/>
          <p:nvPr/>
        </p:nvSpPr>
        <p:spPr>
          <a:xfrm>
            <a:off x="10927080" y="6382512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REPASO RÁPIDO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formas de conectar CSS al HTML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46120" cy="3566160"/>
          </a:xfrm>
          <a:prstGeom prst="roundRect">
            <a:avLst>
              <a:gd name="adj" fmla="val 1690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A647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2697480" cy="548640"/>
          </a:xfrm>
          <a:prstGeom prst="roundRect">
            <a:avLst>
              <a:gd name="adj" fmla="val 6667"/>
            </a:avLst>
          </a:prstGeom>
          <a:solidFill>
            <a:srgbClr val="1B243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91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 style="..."&gt;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en proyectos reales.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pruebas rápidas.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920240"/>
            <a:ext cx="3246120" cy="3566160"/>
          </a:xfrm>
          <a:prstGeom prst="roundRect">
            <a:avLst>
              <a:gd name="adj" fmla="val 1690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194560"/>
            <a:ext cx="457200" cy="45720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2834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3291840"/>
            <a:ext cx="2697480" cy="548640"/>
          </a:xfrm>
          <a:prstGeom prst="roundRect">
            <a:avLst>
              <a:gd name="adj" fmla="val 6667"/>
            </a:avLst>
          </a:prstGeom>
          <a:solidFill>
            <a:srgbClr val="1B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3291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 en &lt;head&gt;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40233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una sola página.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 bien.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1920240"/>
            <a:ext cx="3246120" cy="3566160"/>
          </a:xfrm>
          <a:prstGeom prst="roundRect">
            <a:avLst>
              <a:gd name="adj" fmla="val 1690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2194560"/>
            <a:ext cx="457200" cy="45720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46720" y="2834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 (.css)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3291840"/>
            <a:ext cx="2697480" cy="548640"/>
          </a:xfrm>
          <a:prstGeom prst="roundRect">
            <a:avLst>
              <a:gd name="adj" fmla="val 6667"/>
            </a:avLst>
          </a:prstGeom>
          <a:solidFill>
            <a:srgbClr val="1B2430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3291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0233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correcta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todo proyecto real.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“¿Por qué cambié el color y no pasó nada?”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577840" cy="2468880"/>
          </a:xfrm>
          <a:prstGeom prst="roundRect">
            <a:avLst>
              <a:gd name="adj" fmla="val 2222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146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blue; }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.aviso { color: red; }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class="aviso"&gt;Texto de aviso&lt;/p&gt;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2286000"/>
            <a:ext cx="5029200" cy="2468880"/>
          </a:xfrm>
          <a:prstGeom prst="roundRect">
            <a:avLst>
              <a:gd name="adj" fmla="val 2222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2514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color va a quedar ese texto?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766560" y="32004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aprendemos a predecirlo sin probar y errar en la consola — con una sola idea: la especificidad.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magia del navegador. Es una regla que se puede calcular.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Selectores básicos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424160" cy="1097280"/>
          </a:xfrm>
          <a:prstGeom prst="roundRect">
            <a:avLst>
              <a:gd name="adj" fmla="val 416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2011680" cy="64008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2130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253288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todos los &lt;p&gt; de la página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424160" cy="1097280"/>
          </a:xfrm>
          <a:prstGeom prst="roundRect">
            <a:avLst>
              <a:gd name="adj" fmla="val 416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20440"/>
            <a:ext cx="2011680" cy="64008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3456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38587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todo elemento con class="btn"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424160" cy="1097280"/>
          </a:xfrm>
          <a:prstGeom prst="roundRect">
            <a:avLst>
              <a:gd name="adj" fmla="val 416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846320"/>
            <a:ext cx="2011680" cy="640080"/>
          </a:xfrm>
          <a:prstGeom prst="roundRect">
            <a:avLst>
              <a:gd name="adj" fmla="val 5714"/>
            </a:avLst>
          </a:prstGeom>
          <a:solidFill>
            <a:srgbClr val="1B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46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#titulo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47823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518464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el único elemento con id="titulo"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TEMA NUEVO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cascada: cuando dos reglas empatan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reglas pesan exactamente lo mismo, gana la que está escrita más abajo en el archivo.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6400800" cy="3200400"/>
          </a:xfrm>
          <a:prstGeom prst="roundRect">
            <a:avLst>
              <a:gd name="adj" fmla="val 1714"/>
            </a:avLst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060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black; 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teal;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4348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purple; }  ← esta gana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69480" y="2286000"/>
            <a:ext cx="4251960" cy="3200400"/>
          </a:xfrm>
          <a:prstGeom prst="roundRect">
            <a:avLst>
              <a:gd name="adj" fmla="val 1714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2514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Mismo peso, distinto orden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43800" y="30175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reglas son selectores de etiqueta: pesan igual. Gana la última que el navegador lee.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43800" y="44805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3E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el orden en el archivo importa, incluso sin clases ni ids de por medio.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IDEA CENTRAL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especificidad: cada selector pesa distinto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4617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0" y="5120640"/>
            <a:ext cx="1554480" cy="914400"/>
          </a:xfrm>
          <a:prstGeom prst="roundRect">
            <a:avLst>
              <a:gd name="adj" fmla="val 4000"/>
            </a:avLst>
          </a:prstGeom>
          <a:solidFill>
            <a:srgbClr val="5B6472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6108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ETIQUETA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6446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34840" y="3611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8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434840" y="4114800"/>
            <a:ext cx="1554480" cy="1920240"/>
          </a:xfrm>
          <a:prstGeom prst="roundRect">
            <a:avLst>
              <a:gd name="adj" fmla="val 2353"/>
            </a:avLst>
          </a:prstGeom>
          <a:solidFill>
            <a:srgbClr val="3E8E88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6108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6446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.aviso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2514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040880" y="3017520"/>
            <a:ext cx="1554480" cy="3017520"/>
          </a:xfrm>
          <a:prstGeom prst="roundRect">
            <a:avLst>
              <a:gd name="adj" fmla="val 2353"/>
            </a:avLst>
          </a:prstGeom>
          <a:solidFill>
            <a:srgbClr val="B88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6108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6446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#titulo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Gana el selector que más pesa — sin importar en qué orden estén escritos.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VOLVAMOS AL EJEMPLO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 sí lo podemos calcular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blue; }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(peso 1)
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.aviso { color: red; }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(peso 10)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class="aviso"&gt;Texto de aviso&lt;/p&gt;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2011680"/>
            <a:ext cx="5029200" cy="3291840"/>
          </a:xfrm>
          <a:prstGeom prst="roundRect">
            <a:avLst>
              <a:gd name="adj" fmla="val 166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2286000"/>
            <a:ext cx="457200" cy="45720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60920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Gana .aviso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0" y="292608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selector de clase pesa 10, el de etiqueta pesa 1. El texto queda en rojo, sin importar cuál esté escrito primero en el archivo.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 ARRANCAMOS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de todo el curso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de la especialidad, construida entre todos, en un repositorio compartido de GitHub.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962656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862072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1693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2816352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293522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repositorio, un solo proyecto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10312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la página de un grupo — es la del curso entero.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4105656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4005072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05993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" y="3959352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7360" y="407822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equipo trabaja en su rama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10312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pisa el trabajo de otro equipo mientras construye.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5248656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5148072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20293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234440" y="5102352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23" name="Shape 21"/>
          <p:cNvSpPr/>
          <p:nvPr/>
        </p:nvSpPr>
        <p:spPr>
          <a:xfrm>
            <a:off x="1737360" y="522122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24" name="Text 22"/>
          <p:cNvSpPr/>
          <p:nvPr/>
        </p:nvSpPr>
        <p:spPr>
          <a:xfrm>
            <a:off x="2103120" y="4937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se integra en main en la clase 7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103120" y="5349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se juntan las ramas y se revisa el código entre equipos.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ACTIVIDAD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página que ya está esperando tus cambios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a abrir index.html y editar estilos.css. Cada cambio que guardes se ve al instante si recargás la página.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487168" cy="3291840"/>
          </a:xfrm>
          <a:prstGeom prst="roundRect">
            <a:avLst>
              <a:gd name="adj" fmla="val 2206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560320"/>
            <a:ext cx="502920" cy="50292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el archivo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estilos.css existe pero no está enlazado. Agregá el &lt;link&gt; que falta.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55848" y="2331720"/>
            <a:ext cx="2487168" cy="3291840"/>
          </a:xfrm>
          <a:prstGeom prst="roundRect">
            <a:avLst>
              <a:gd name="adj" fmla="val 2206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57016" y="2560320"/>
            <a:ext cx="502920" cy="50292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2" name="Text 10"/>
          <p:cNvSpPr/>
          <p:nvPr/>
        </p:nvSpPr>
        <p:spPr>
          <a:xfrm>
            <a:off x="3557016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38728" y="320040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 de etiqueta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38728" y="384048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Coloreá el título y el texto usando h2 y 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71616" y="2331720"/>
            <a:ext cx="2487168" cy="3291840"/>
          </a:xfrm>
          <a:prstGeom prst="roundRect">
            <a:avLst>
              <a:gd name="adj" fmla="val 2206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2560320"/>
            <a:ext cx="502920" cy="50292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54496" y="320040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 de clase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54496" y="384048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Estilizá el elemento .destacado sin tocar los demás párrafos.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87384" y="2331720"/>
            <a:ext cx="2487168" cy="3291840"/>
          </a:xfrm>
          <a:prstGeom prst="roundRect">
            <a:avLst>
              <a:gd name="adj" fmla="val 2206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88552" y="2560320"/>
            <a:ext cx="502920" cy="502920"/>
          </a:xfrm>
          <a:prstGeom prst="ellipse">
            <a:avLst/>
          </a:prstGeom>
          <a:solidFill>
            <a:srgbClr val="A6473F"/>
          </a:solidFill>
          <a:ln/>
        </p:spPr>
      </p:sp>
      <p:sp>
        <p:nvSpPr>
          <p:cNvPr id="22" name="Text 20"/>
          <p:cNvSpPr/>
          <p:nvPr/>
        </p:nvSpPr>
        <p:spPr>
          <a:xfrm>
            <a:off x="8988552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70264" y="320040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desafío de especificidad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70264" y="384048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reglas compiten por el mismo texto. Predecí cuál gana antes de mirar.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LA PRÓXIMA CLASE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commit chico, un hábito grande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7772400" cy="914400"/>
          </a:xfrm>
          <a:prstGeom prst="roundRect">
            <a:avLst>
              <a:gd name="adj" fmla="val 5000"/>
            </a:avLst>
          </a:prstGeom>
          <a:solidFill>
            <a:srgbClr val="242F3D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init: conectar CSS y aplicar estilos base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 tu ejercicio resuelto y hacé el commit con ese mensaje antes de la próxima clase.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duda que te haya quedado, anotala — la vamos a usar en la clase 7 para ver si de verdad entendiste dónde se aplica cada cosa.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92640" y="6318504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95560" y="6217920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0" y="627278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149840" y="6172200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52760" y="6291072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2026-07-20T02:41:56Z</dcterms:created>
  <dcterms:modified xsi:type="dcterms:W3CDTF">2026-07-20T02:41:56Z</dcterms:modified>
</cp:coreProperties>
</file>