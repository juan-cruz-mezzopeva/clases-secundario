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· 5TO AÑO · CLASE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en CSS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una caja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caja: content, padding, border y margin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colectivo de la especialidad · repositorio compartido en GitHub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66960" y="6409944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69880" y="6309360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636422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6263640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27080" y="6382512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REPASO RELÁMPAGO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la clase pasada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46120" cy="2651760"/>
          </a:xfrm>
          <a:prstGeom prst="roundRect">
            <a:avLst>
              <a:gd name="adj" fmla="val 2069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reglas pesan igual, gana la última escrita.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2011680"/>
            <a:ext cx="3246120" cy="2651760"/>
          </a:xfrm>
          <a:prstGeom prst="roundRect">
            <a:avLst>
              <a:gd name="adj" fmla="val 2069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28600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= 1, clase = 10, id = 100. Gana la que más pesa.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2011680"/>
            <a:ext cx="3246120" cy="2651760"/>
          </a:xfrm>
          <a:prstGeom prst="roundRect">
            <a:avLst>
              <a:gd name="adj" fmla="val 2069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286000"/>
            <a:ext cx="457200" cy="45720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estilos.css conectado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deberían tener el primer commit hecho.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alguna de las tres no te cierra del todo, es un buen momento para preguntar antes de seguir.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elemento es una caja de regalo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91840" y="1737360"/>
            <a:ext cx="4206240" cy="4206240"/>
          </a:xfrm>
          <a:prstGeom prst="rect">
            <a:avLst/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2240280"/>
            <a:ext cx="3200400" cy="3200400"/>
          </a:xfrm>
          <a:prstGeom prst="rect">
            <a:avLst/>
          </a:prstGeom>
          <a:solidFill>
            <a:srgbClr val="D9C9A3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1960" y="2697480"/>
            <a:ext cx="2286000" cy="2286000"/>
          </a:xfrm>
          <a:prstGeom prst="rect">
            <a:avLst/>
          </a:prstGeom>
          <a:solidFill>
            <a:srgbClr val="3E8E88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3200400"/>
            <a:ext cx="1280160" cy="1280160"/>
          </a:xfrm>
          <a:prstGeom prst="rect">
            <a:avLst/>
          </a:prstGeom>
          <a:solidFill>
            <a:srgbClr val="1B2430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792224"/>
            <a:ext cx="3986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04488" y="22951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61688" y="2752344"/>
            <a:ext cx="20665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1783080"/>
            <a:ext cx="4023360" cy="4023360"/>
          </a:xfrm>
          <a:prstGeom prst="roundRect">
            <a:avLst>
              <a:gd name="adj" fmla="val 1364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0" y="2322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regalo en sí (el texto o la imagen)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944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0" y="32552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papel de seda alrededor del regalo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38770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0" y="41879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que lo envuelve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809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0" y="5120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lugar que deja hasta el próximo regalo en el estante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mi caja de 200px mide 238px?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3749040"/>
          </a:xfrm>
          <a:prstGeom prst="roundRect">
            <a:avLst>
              <a:gd name="adj" fmla="val 1463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box-sizing (default)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.caja {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16px;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3px solid;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 real: 238px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3749040"/>
          </a:xfrm>
          <a:prstGeom prst="roundRect">
            <a:avLst>
              <a:gd name="adj" fmla="val 1463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240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box-sizing: border-box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.caja {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200px;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16px;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3px solid;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 real: 200px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todo proyecto real arranca con: * { box-sizing: border-box; }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TRUCO QUE NADIE ESPERA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márgenes de 20px no siempre suman 40px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297680" cy="914400"/>
          </a:xfrm>
          <a:prstGeom prst="roundRect">
            <a:avLst>
              <a:gd name="adj" fmla="val 4000"/>
            </a:avLst>
          </a:prstGeom>
          <a:solidFill>
            <a:srgbClr val="3E8E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0" cy="502920"/>
          </a:xfrm>
          <a:prstGeom prst="line">
            <a:avLst/>
          </a:prstGeom>
          <a:noFill/>
          <a:ln w="19050">
            <a:solidFill>
              <a:srgbClr val="A6473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120640" y="2926080"/>
            <a:ext cx="0" cy="502920"/>
          </a:xfrm>
          <a:prstGeom prst="line">
            <a:avLst/>
          </a:prstGeom>
          <a:noFill/>
          <a:ln w="19050">
            <a:solidFill>
              <a:srgbClr val="A6473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2999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real: 20px, no 40px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4297680" cy="914400"/>
          </a:xfrm>
          <a:prstGeom prst="roundRect">
            <a:avLst>
              <a:gd name="adj" fmla="val 4000"/>
            </a:avLst>
          </a:prstGeom>
          <a:solidFill>
            <a:srgbClr val="3E8E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margin-bottom: 20px (Caja A) + margin-top: 20px (Caja 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2011680"/>
            <a:ext cx="5943600" cy="3749040"/>
          </a:xfrm>
          <a:prstGeom prst="roundRect">
            <a:avLst>
              <a:gd name="adj" fmla="val 1463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240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colapso de márgenes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2697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márgenes verticales de elementos en bloque se tocan, el navegador no los suma: se quedan con el más grande de los dos.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52160" y="3840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dos márgenes son de 20px, el espacio final es 20px — no 40px.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52160" y="4754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esto solo pasa con márgenes verticales entre bloques. Si hay padding o border entre medio, ya no colapsan.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ACTIVIDAD DE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niveles para agotar el modelo de caja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el contenido del borde de la caja.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69464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9464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visible el límite de la caja.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42816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70832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0832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una caja de la siguiente.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44184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2167128"/>
            <a:ext cx="420624" cy="42062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box-sizing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72200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ancho definido sea el ancho real.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45552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91856" y="2167128"/>
            <a:ext cx="420624" cy="420624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26" name="Text 24"/>
          <p:cNvSpPr/>
          <p:nvPr/>
        </p:nvSpPr>
        <p:spPr>
          <a:xfrm>
            <a:off x="7991856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73568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Margen colapsado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73568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espacio real entre dos cajas.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46920" y="1965960"/>
            <a:ext cx="1664208" cy="3566160"/>
          </a:xfrm>
          <a:prstGeom prst="roundRect">
            <a:avLst>
              <a:gd name="adj" fmla="val 3297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93224" y="2167128"/>
            <a:ext cx="420624" cy="420624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31" name="Text 29"/>
          <p:cNvSpPr/>
          <p:nvPr/>
        </p:nvSpPr>
        <p:spPr>
          <a:xfrm>
            <a:off x="9793224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74936" y="271576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74936" y="3291840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una tarjeta completa con todo junto.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nivel te pide predecir antes de escribir código — recargá recién después de anotar tu respuesta.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APORTE AL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le toca al box model de tu sección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trabaja en su propia rama y aplica el box model a la sección que le tocó del proyecto del curso.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05409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95351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0837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90779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302666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2743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Señalá primero, implementá después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03120" y="3154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sección, marcá qué elementos son "cajas" con espaciado propio antes de escribir CSS.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19709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409651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5137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405079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416966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3886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Trabajá en tu rama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103120" y="4297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merge a main todavía no pasa — eso es recién en la clase 7.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340096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5239512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29437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5193792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737360" y="531266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5029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al final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03120" y="5440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box model en &lt;tu sección asignada&gt;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ÚTIL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panel Computed de DevTools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035040" cy="3749040"/>
          </a:xfrm>
          <a:prstGeom prst="roundRect">
            <a:avLst>
              <a:gd name="adj" fmla="val 1463"/>
            </a:avLst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331720"/>
            <a:ext cx="3108960" cy="3108960"/>
          </a:xfrm>
          <a:prstGeom prst="rect">
            <a:avLst/>
          </a:prstGeom>
          <a:solidFill>
            <a:srgbClr val="3A465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71700" y="2674620"/>
            <a:ext cx="2423160" cy="2423160"/>
          </a:xfrm>
          <a:prstGeom prst="rect">
            <a:avLst/>
          </a:prstGeom>
          <a:solidFill>
            <a:srgbClr val="D9C9A3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3017520"/>
            <a:ext cx="1737360" cy="1737360"/>
          </a:xfrm>
          <a:prstGeom prst="rect">
            <a:avLst/>
          </a:prstGeom>
          <a:solidFill>
            <a:srgbClr val="3E8E88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7500" y="3360420"/>
            <a:ext cx="1051560" cy="1051560"/>
          </a:xfrm>
          <a:prstGeom prst="rect">
            <a:avLst/>
          </a:prstGeom>
          <a:solidFill>
            <a:srgbClr val="B8892B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F12 → Elements → Computed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2011680"/>
            <a:ext cx="4572000" cy="3749040"/>
          </a:xfrm>
          <a:prstGeom prst="roundRect">
            <a:avLst>
              <a:gd name="adj" fmla="val 1463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240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exprés (5 min)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23760" y="26974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Inspeccioná un botón de cualquier sitio real. Medí su padding, su border y su margin en el panel Computed antes de tocar tu propio código.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42976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E8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diagrama con números reales ayuda mucho más que memorizar el orden de las capas.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A64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NO TROPEZAR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con el box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59152"/>
            <a:ext cx="457200" cy="45720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Olvidarse box-sizing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6700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ancho final termina siendo más grande de lo que pensaban.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30752"/>
            <a:ext cx="457200" cy="45720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6576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Confundir padding con margin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separa por dentro, el otro por fuera de la caja.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E1D6BC"/>
          </a:solidFill>
          <a:ln w="12700">
            <a:solidFill>
              <a:srgbClr val="C9B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102352"/>
            <a:ext cx="457200" cy="457200"/>
          </a:xfrm>
          <a:prstGeom prst="ellipse">
            <a:avLst/>
          </a:prstGeom>
          <a:solidFill>
            <a:srgbClr val="A6473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292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Esperar que dos márgenes se sumen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54132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bloques verticales, a veces colapsan en vez de sumarse.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E8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LA PRÓXIMA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sección, con su propia caja resuelta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242F3D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8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 box model en &lt;sección asignada&gt;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0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Commiteá en tu rama, no en main — la integración es en la clase 7.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también tus predicciones del Nivel 5 (margen colapsado) — la próxima clase arrancamos con tipografía y variables, y vamos a necesitar que la identidad visual del proyecto se decida entre todos.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92640" y="6318504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95560" y="6217920"/>
            <a:ext cx="502920" cy="0"/>
          </a:xfrm>
          <a:prstGeom prst="line">
            <a:avLst/>
          </a:prstGeom>
          <a:noFill/>
          <a:ln w="12700">
            <a:solidFill>
              <a:srgbClr val="3A46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6272784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0" y="6172200"/>
            <a:ext cx="91440" cy="914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6291072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2026-07-24T11:30:44Z</dcterms:created>
  <dcterms:modified xsi:type="dcterms:W3CDTF">2026-07-24T11:30:44Z</dcterms:modified>
</cp:coreProperties>
</file>